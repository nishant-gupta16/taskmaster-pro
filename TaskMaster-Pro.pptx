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FC6AE-9F55-9420-7ABC-0837843B3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900D3-C8D5-37AF-98A3-081809872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91DF0-93B7-105B-F768-CB787BE32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156F-0B1D-4F00-96F3-3BA16B66E98C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AE6B1-C27D-DEFD-9FCF-CB4F457EF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64EF2-6F0D-5D82-C4FE-22357F4C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8A0A7-C023-4D40-B5D3-5A9E6FFAF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949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E482-5880-18D3-7D82-1B824EA0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2C749-E81C-BAB3-90D5-DE9174F91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3B8B1-D27B-7B16-2F92-E1D0A648F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156F-0B1D-4F00-96F3-3BA16B66E98C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2DFAA-B155-9507-3D87-40F3E0D5A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13069-026A-6306-F383-02A424C5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8A0A7-C023-4D40-B5D3-5A9E6FFAF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465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21B1A-044D-CA23-F639-31A4CA659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25A65-3E6F-D1C1-8A05-29EE5E0A2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884F9-ED25-591E-CC81-C7EAE3D4F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156F-0B1D-4F00-96F3-3BA16B66E98C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A5E87-A69D-9DB8-E82B-11F7EC75B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33A02-F058-7B41-3DB3-B865680E1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8A0A7-C023-4D40-B5D3-5A9E6FFAF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50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91255-FA0B-C068-025A-972B34D43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85B29-AD93-D7B7-92A7-45AD1949D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77DCA-6E2C-78DD-9F11-CB6C2E536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DB37E-A216-8908-BB35-3020C151B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156F-0B1D-4F00-96F3-3BA16B66E98C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A307F-CC47-BA03-4291-8961C3D16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CA52F-C6F9-B55E-6751-F92B4ABE5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8A0A7-C023-4D40-B5D3-5A9E6FFAF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089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98803-D260-DA46-C157-1DF388FB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CBFE7-7C14-8C8E-51A5-6945C7BC3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EF23F-5BA7-A02C-96CD-6D8D5756A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4397FB-4385-214F-0007-C05CD38BD1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0C585-D94F-4E65-841D-D39E3FC513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D3A732-4914-F677-CDE1-156F96E18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156F-0B1D-4F00-96F3-3BA16B66E98C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837721-C084-0DAC-6C2F-5690AAA93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8B0885-18C6-44D7-7421-4FC223EE7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8A0A7-C023-4D40-B5D3-5A9E6FFAF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148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EF767-AB49-3B08-8CC7-F96CC33FB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BE20E0-D4A1-DF29-0616-BA4DE0C44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156F-0B1D-4F00-96F3-3BA16B66E98C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BFE77-6F1F-8BCA-C366-E05E2BBBA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B0D01-7EFD-4CC4-4CB4-BAF001550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8A0A7-C023-4D40-B5D3-5A9E6FFAF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71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F19F4-2543-0C20-5DBC-98AC3DF41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156F-0B1D-4F00-96F3-3BA16B66E98C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FB2B36-598E-37F9-BC10-A151FF3F0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F2598-7537-C883-4C14-4321A044F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8A0A7-C023-4D40-B5D3-5A9E6FFAF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932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B008F-9F6C-22CA-5F19-DE691BA4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FE4DB-0A5E-B822-A277-8E91242FA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2B4FE-A747-C8F9-DD6A-9E8014FA1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78D6A-2EB9-0CC5-7C78-57BEE6E8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156F-0B1D-4F00-96F3-3BA16B66E98C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97C76-910D-2755-EA64-EACAA2C8C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D17F8-B8CC-6DE1-DDD5-B8043C84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8A0A7-C023-4D40-B5D3-5A9E6FFAF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532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88382-D7D3-36FD-C653-34F47EF2A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1579FF-4732-D619-CF77-26FB7A5B9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14BC9C-793A-8E04-10EE-146866DFB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133656-A8FC-6FD6-9573-A8E80B8B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156F-0B1D-4F00-96F3-3BA16B66E98C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B79C1-99A9-3934-CF40-D5C6D890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F8800-3F6E-BA91-CBC7-B12B9FA8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8A0A7-C023-4D40-B5D3-5A9E6FFAF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64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CB58F-9F4F-5320-84C5-6167697D3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8CBC89-6D2C-6BE1-DDA5-71F394318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71E93-8D72-403A-43C2-6A8AB74DD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156F-0B1D-4F00-96F3-3BA16B66E98C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F14B8-0494-38BA-2AE1-32D8F58C6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79E0A-AD94-50FB-10AC-BE90CD931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8A0A7-C023-4D40-B5D3-5A9E6FFAF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652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5C3FFD-61A3-91AB-EA57-09FB508659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64116-7504-6FC5-46BB-4342E17BB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390FE-923A-57A7-48AA-05FB3F5E7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156F-0B1D-4F00-96F3-3BA16B66E98C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3EA12-8C4A-A455-936C-D166DDF79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D19EA-34BE-9A42-C2C2-8AB437103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8A0A7-C023-4D40-B5D3-5A9E6FFAF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156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AB2FF4-1F2E-3BCD-3EE1-3327D89F5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351BB-7DE4-8D25-2809-1A4A76C1C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4D853-A077-3A27-3C15-749F0D8615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9156F-0B1D-4F00-96F3-3BA16B66E98C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433CF-15C5-0EF4-CDEF-7F03FE831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C3F39-A018-4862-747F-230D091C3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8A0A7-C023-4D40-B5D3-5A9E6FFAF7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39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1EFEE-DC24-F542-3D17-3305D1247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1FF23C-5A7E-2434-E35B-ECE423361B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BA4A2B6-D585-D143-5B31-229F3FD46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1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0C1F7C-FECD-A06E-81ED-F4453F9BB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116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2490FD-FE7A-EBF1-786E-CCD762EFF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828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45A047-0C3C-35EC-B309-EC526E9BBF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305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64AE3B-D91D-326B-CED7-E041E2ED4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4"/>
            <a:ext cx="12192000" cy="685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97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0BB212-C306-1D92-529B-0150BF5D2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956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C2C632-8B8B-6161-5236-B165A7C05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446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9594B0-4ACE-1CAB-9DAE-39092B1B2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95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B510D9-588A-741E-A02A-7C8AD12B1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959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B48B40-87E1-D499-1C89-2E52D3873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393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 gupta</dc:creator>
  <cp:lastModifiedBy>Nishant gupta</cp:lastModifiedBy>
  <cp:revision>1</cp:revision>
  <dcterms:created xsi:type="dcterms:W3CDTF">2025-12-31T11:16:52Z</dcterms:created>
  <dcterms:modified xsi:type="dcterms:W3CDTF">2025-12-31T11:16:52Z</dcterms:modified>
</cp:coreProperties>
</file>